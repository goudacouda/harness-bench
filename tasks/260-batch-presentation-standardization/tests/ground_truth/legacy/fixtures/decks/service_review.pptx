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5"/>
    <p:sldId id="257" r:id="rId6"/>
    <p:sldId id="258" r:id="rId7"/>
  </p:sldIdLst>
  <p:sldSz cx="10058400" cy="5669280" type="screen16x9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1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C55A11"/>
          </a:solidFill>
        </p:spPr>
      </p:sp>
      <p:sp>
        <p:nvSpPr>
          <p:cNvPr id="3" name="TITLE__s1"/>
          <p:cNvSpPr/>
          <p:nvPr/>
        </p:nvSpPr>
        <p:spPr>
          <a:xfrm>
            <a:off x="560000" y="410000"/>
            <a:ext cx="7900000" cy="1100000"/>
          </a:xfrm>
          <a:prstGeom prst="rect">
            <a:avLst/>
          </a:prstGeom>
          <a:noFill/>
        </p:spPr>
        <p:txBody>
          <a:bodyPr anchor="t"/>
          <a:lstStyle/>
          <a:p>
            <a:pPr algn="r"/>
            <a:r>
              <a:rPr lang="zh-CN" sz="2800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服务复盘：交付质量比回复速度更重要</a:t>
            </a:r>
            <a:endParaRPr lang="zh-CN" sz="2800"/>
          </a:p>
        </p:txBody>
      </p:sp>
      <p:sp>
        <p:nvSpPr>
          <p:cNvPr id="4" name="BODY__s1"/>
          <p:cNvSpPr/>
          <p:nvPr/>
        </p:nvSpPr>
        <p:spPr>
          <a:xfrm>
            <a:off x="650000" y="1790000"/>
            <a:ext cx="8600000" cy="36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solidFill>
                  <a:srgbClr val="7F6000"/>
                </a:solidFill>
                <a:latin typeface="Arial"/>
                <a:ea typeface="Arial"/>
                <a:cs typeface="Arial"/>
              </a:rPr>
              <a:t>用户需要能打开、能编辑、能复核的最终文件。</a:t>
            </a:r>
            <a:endParaRPr lang="zh-CN" sz="1800"/>
          </a:p>
          <a:p>
            <a:pPr algn="l"/>
            <a:r>
              <a:rPr lang="zh-CN" sz="1800" b="0">
                <a:solidFill>
                  <a:srgbClr val="7F6000"/>
                </a:solidFill>
                <a:latin typeface="Arial"/>
                <a:ea typeface="Arial"/>
                <a:cs typeface="Arial"/>
              </a:rPr>
              <a:t>该判断来自合成任务设定。</a:t>
            </a:r>
            <a:endParaRPr lang="zh-CN" sz="1800"/>
          </a:p>
        </p:txBody>
      </p:sp>
      <p:sp>
        <p:nvSpPr>
          <p:cNvPr id="5" name="FOOTER__s1"/>
          <p:cNvSpPr/>
          <p:nvPr/>
        </p:nvSpPr>
        <p:spPr>
          <a:xfrm>
            <a:off x="500000" y="6100000"/>
            <a:ext cx="7600000" cy="35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00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原始页脚-3-1</a:t>
            </a:r>
            <a:endParaRPr lang="zh-C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2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C55A11"/>
          </a:solidFill>
        </p:spPr>
      </p:sp>
      <p:sp>
        <p:nvSpPr>
          <p:cNvPr id="3" name="TITLE__s2"/>
          <p:cNvSpPr/>
          <p:nvPr/>
        </p:nvSpPr>
        <p:spPr>
          <a:xfrm>
            <a:off x="560000" y="410000"/>
            <a:ext cx="7900000" cy="1100000"/>
          </a:xfrm>
          <a:prstGeom prst="rect">
            <a:avLst/>
          </a:prstGeom>
          <a:noFill/>
        </p:spPr>
        <p:txBody>
          <a:bodyPr anchor="t"/>
          <a:lstStyle/>
          <a:p>
            <a:pPr algn="r"/>
            <a:r>
              <a:rPr lang="zh-CN" sz="2800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发现的三个问题</a:t>
            </a:r>
            <a:endParaRPr lang="zh-CN" sz="2800"/>
          </a:p>
        </p:txBody>
      </p:sp>
      <p:sp>
        <p:nvSpPr>
          <p:cNvPr id="4" name="BODY__s2"/>
          <p:cNvSpPr/>
          <p:nvPr/>
        </p:nvSpPr>
        <p:spPr>
          <a:xfrm>
            <a:off x="650000" y="1790000"/>
            <a:ext cx="8600000" cy="36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solidFill>
                  <a:srgbClr val="7F6000"/>
                </a:solidFill>
                <a:latin typeface="Arial"/>
                <a:ea typeface="Arial"/>
                <a:cs typeface="Arial"/>
              </a:rPr>
              <a:t>格式不一致增加人工返工。</a:t>
            </a:r>
            <a:endParaRPr lang="zh-CN" sz="1800"/>
          </a:p>
          <a:p>
            <a:pPr algn="l"/>
            <a:r>
              <a:rPr lang="zh-CN" sz="1800" b="0">
                <a:solidFill>
                  <a:srgbClr val="7F6000"/>
                </a:solidFill>
                <a:latin typeface="Arial"/>
                <a:ea typeface="Arial"/>
                <a:cs typeface="Arial"/>
              </a:rPr>
              <a:t>文件命名不统一影响查找。</a:t>
            </a:r>
            <a:endParaRPr lang="zh-CN" sz="1800"/>
          </a:p>
          <a:p>
            <a:pPr algn="l"/>
            <a:r>
              <a:rPr lang="zh-CN" sz="1800" b="0">
                <a:solidFill>
                  <a:srgbClr val="7F6000"/>
                </a:solidFill>
                <a:latin typeface="Arial"/>
                <a:ea typeface="Arial"/>
                <a:cs typeface="Arial"/>
              </a:rPr>
              <a:t>缺少验收导致错误进入交付。</a:t>
            </a:r>
            <a:endParaRPr lang="zh-CN" sz="1800"/>
          </a:p>
        </p:txBody>
      </p:sp>
      <p:sp>
        <p:nvSpPr>
          <p:cNvPr id="5" name="FOOTER__s2"/>
          <p:cNvSpPr/>
          <p:nvPr/>
        </p:nvSpPr>
        <p:spPr>
          <a:xfrm>
            <a:off x="500000" y="6100000"/>
            <a:ext cx="7600000" cy="35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00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原始页脚-3-2</a:t>
            </a:r>
            <a:endParaRPr 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3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C55A11"/>
          </a:solidFill>
        </p:spPr>
      </p:sp>
      <p:sp>
        <p:nvSpPr>
          <p:cNvPr id="3" name="TITLE__s3"/>
          <p:cNvSpPr/>
          <p:nvPr/>
        </p:nvSpPr>
        <p:spPr>
          <a:xfrm>
            <a:off x="560000" y="410000"/>
            <a:ext cx="7900000" cy="1100000"/>
          </a:xfrm>
          <a:prstGeom prst="rect">
            <a:avLst/>
          </a:prstGeom>
          <a:noFill/>
        </p:spPr>
        <p:txBody>
          <a:bodyPr anchor="t"/>
          <a:lstStyle/>
          <a:p>
            <a:pPr algn="r"/>
            <a:r>
              <a:rPr lang="zh-CN" sz="2800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改进动作</a:t>
            </a:r>
            <a:endParaRPr lang="zh-CN" sz="2800"/>
          </a:p>
        </p:txBody>
      </p:sp>
      <p:sp>
        <p:nvSpPr>
          <p:cNvPr id="4" name="BODY__s3"/>
          <p:cNvSpPr/>
          <p:nvPr/>
        </p:nvSpPr>
        <p:spPr>
          <a:xfrm>
            <a:off x="650000" y="1790000"/>
            <a:ext cx="8600000" cy="36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solidFill>
                  <a:srgbClr val="7F6000"/>
                </a:solidFill>
                <a:latin typeface="Arial"/>
                <a:ea typeface="Arial"/>
                <a:cs typeface="Arial"/>
              </a:rPr>
              <a:t>统一演示模板。</a:t>
            </a:r>
            <a:endParaRPr lang="zh-CN" sz="1800"/>
          </a:p>
          <a:p>
            <a:pPr algn="l"/>
            <a:r>
              <a:rPr lang="zh-CN" sz="1800" b="0">
                <a:solidFill>
                  <a:srgbClr val="7F6000"/>
                </a:solidFill>
                <a:latin typeface="Arial"/>
                <a:ea typeface="Arial"/>
                <a:cs typeface="Arial"/>
              </a:rPr>
              <a:t>保留原始文案和页序。</a:t>
            </a:r>
            <a:endParaRPr lang="zh-CN" sz="1800"/>
          </a:p>
          <a:p>
            <a:pPr algn="l"/>
            <a:r>
              <a:rPr lang="zh-CN" sz="1800" b="0">
                <a:solidFill>
                  <a:srgbClr val="7F6000"/>
                </a:solidFill>
                <a:latin typeface="Arial"/>
                <a:ea typeface="Arial"/>
                <a:cs typeface="Arial"/>
              </a:rPr>
              <a:t>交付前自动检查文件结构。</a:t>
            </a:r>
            <a:endParaRPr lang="zh-CN" sz="1800"/>
          </a:p>
        </p:txBody>
      </p:sp>
      <p:sp>
        <p:nvSpPr>
          <p:cNvPr id="5" name="FOOTER__s3"/>
          <p:cNvSpPr/>
          <p:nvPr/>
        </p:nvSpPr>
        <p:spPr>
          <a:xfrm>
            <a:off x="500000" y="6100000"/>
            <a:ext cx="7600000" cy="35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00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原始页脚-3-3</a:t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">
  <a:themeElements>
    <a:clrScheme name="Synthetic">
      <a:dk1>
        <a:srgbClr val="000000"/>
      </a:dk1>
      <a:lt1>
        <a:srgbClr val="FFFFFF"/>
      </a:lt1>
      <a:dk2>
        <a:srgbClr val="17365D"/>
      </a:dk2>
      <a:lt2>
        <a:srgbClr val="F7F9FC"/>
      </a:lt2>
      <a:accent1>
        <a:srgbClr val="2F6BFF"/>
      </a:accent1>
      <a:accent2>
        <a:srgbClr val="70AD47"/>
      </a:accent2>
      <a:accent3>
        <a:srgbClr val="C55A11"/>
      </a:accent3>
      <a:accent4>
        <a:srgbClr val="7030A0"/>
      </a:accent4>
      <a:accent5>
        <a:srgbClr val="5B9BD5"/>
      </a:accent5>
      <a:accent6>
        <a:srgbClr val="ED7D31"/>
      </a:accent6>
      <a:hlink>
        <a:srgbClr val="0563C1"/>
      </a:hlink>
      <a:folHlink>
        <a:srgbClr val="954F72"/>
      </a:folHlink>
    </a:clrScheme>
    <a:fontScheme name="Syntheti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Syntheti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agent_sft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case_06 synthetic deck</dc:title>
  <dc:creator>agent_sft</dc:creator>
  <dcterms:created xsi:type="dcterms:W3CDTF">2026-07-20T00:00:00Z</dcterms:created>
  <dcterms:modified xsi:type="dcterms:W3CDTF">2026-07-20T00:00:00Z</dcterms:modified>
</cp:coreProperties>
</file>