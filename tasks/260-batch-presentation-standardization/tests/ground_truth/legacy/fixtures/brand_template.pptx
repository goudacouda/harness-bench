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5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_s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2F6BFF"/>
          </a:solidFill>
        </p:spPr>
      </p:sp>
      <p:sp>
        <p:nvSpPr>
          <p:cNvPr id="3" name="TITLE__s1"/>
          <p:cNvSpPr/>
          <p:nvPr/>
        </p:nvSpPr>
        <p:spPr>
          <a:xfrm>
            <a:off x="720000" y="430000"/>
            <a:ext cx="10500000" cy="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2800" b="1">
                <a:solidFill>
                  <a:srgbClr val="17365D"/>
                </a:solidFill>
                <a:latin typeface="Noto Sans SC"/>
                <a:ea typeface="Noto Sans SC"/>
                <a:cs typeface="Noto Sans SC"/>
              </a:rPr>
              <a:t>标准标题示例</a:t>
            </a:r>
            <a:endParaRPr lang="zh-CN" sz="2800"/>
          </a:p>
        </p:txBody>
      </p:sp>
      <p:sp>
        <p:nvSpPr>
          <p:cNvPr id="4" name="BODY__s1"/>
          <p:cNvSpPr/>
          <p:nvPr/>
        </p:nvSpPr>
        <p:spPr>
          <a:xfrm>
            <a:off x="720000" y="1650000"/>
            <a:ext cx="10500000" cy="3900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zh-CN" sz="18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正文第一条。</a:t>
            </a:r>
            <a:endParaRPr lang="zh-CN" sz="1800"/>
          </a:p>
          <a:p>
            <a:pPr algn="l"/>
            <a:r>
              <a:rPr lang="zh-CN" sz="18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正文第二条。</a:t>
            </a:r>
            <a:endParaRPr lang="zh-CN" sz="1800"/>
          </a:p>
        </p:txBody>
      </p:sp>
      <p:sp>
        <p:nvSpPr>
          <p:cNvPr id="5" name="FOOTER__s1"/>
          <p:cNvSpPr/>
          <p:nvPr/>
        </p:nvSpPr>
        <p:spPr>
          <a:xfrm>
            <a:off x="720000" y="6220000"/>
            <a:ext cx="10500000" cy="300000"/>
          </a:xfrm>
          <a:prstGeom prst="rect">
            <a:avLst/>
          </a:prstGeom>
          <a:noFill/>
        </p:spPr>
        <p:txBody>
          <a:bodyPr anchor="t"/>
          <a:lstStyle/>
          <a:p>
            <a:pPr algn="r"/>
            <a:r>
              <a:rPr lang="zh-CN" sz="900" b="0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纳米 Work｜内部演示｜01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000000"/>
      </a:dk1>
      <a:lt1>
        <a:srgbClr val="FFFFFF"/>
      </a:lt1>
      <a:dk2>
        <a:srgbClr val="17365D"/>
      </a:dk2>
      <a:lt2>
        <a:srgbClr val="F7F9FC"/>
      </a:lt2>
      <a:accent1>
        <a:srgbClr val="2F6BFF"/>
      </a:accent1>
      <a:accent2>
        <a:srgbClr val="70AD47"/>
      </a:accent2>
      <a:accent3>
        <a:srgbClr val="C55A11"/>
      </a:accent3>
      <a:accent4>
        <a:srgbClr val="7030A0"/>
      </a:accent4>
      <a:accent5>
        <a:srgbClr val="5B9BD5"/>
      </a:accent5>
      <a:accent6>
        <a:srgbClr val="ED7D31"/>
      </a:accent6>
      <a:hlink>
        <a:srgbClr val="0563C1"/>
      </a:hlink>
      <a:folHlink>
        <a:srgbClr val="954F72"/>
      </a:folHlink>
    </a:clrScheme>
    <a:fontScheme name="Synthetic">
      <a:majorFont>
        <a:latin typeface="Noto Sans SC"/>
        <a:ea typeface="Noto Sans SC"/>
        <a:cs typeface="Noto Sans SC"/>
      </a:majorFont>
      <a:minorFont>
        <a:latin typeface="Noto Sans SC"/>
        <a:ea typeface="Noto Sans SC"/>
        <a:cs typeface="Noto Sans SC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agent_sft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case_06 synthetic deck</dc:title>
  <dc:creator>agent_sft</dc:creator>
  <dcterms:created xsi:type="dcterms:W3CDTF">2026-07-20T00:00:00Z</dcterms:created>
  <dcterms:modified xsi:type="dcterms:W3CDTF">2026-07-20T00:00:00Z</dcterms:modified>
</cp:coreProperties>
</file>