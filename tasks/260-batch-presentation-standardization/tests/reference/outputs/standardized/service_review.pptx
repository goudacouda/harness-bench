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1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服务复盘：交付质量比回复速度更重要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1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用户需要能打开、能编辑、能复核的最终文件。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该判断来自合成任务设定。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1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Work｜内部演示｜01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2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发现的三个问题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2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格式不一致增加人工返工。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文件命名不统一影响查找。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缺少验收导致错误进入交付。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2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Work｜内部演示｜02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3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CN" sz="2800" b="1">
                <a:latin typeface="Noto Sans SC"/>
                <a:ea typeface="Noto Sans SC"/>
                <a:cs typeface="Noto Sans SC"/>
                <a:solidFill>
                  <a:srgbClr val="17365D"/>
                </a:solidFill>
              </a:rPr>
              <a:t>改进动作</a:t>
            </a:r>
            <a:endParaRPr lang="zh-CN" sz="2800" b="1">
              <a:solidFill>
                <a:srgbClr val="17365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BODY__s3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统一演示模板。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保留原始文案和页序。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sz="1800" b="0">
                <a:latin typeface="Noto Sans SC"/>
                <a:ea typeface="Noto Sans SC"/>
                <a:cs typeface="Noto Sans SC"/>
                <a:solidFill>
                  <a:srgbClr val="333333"/>
                </a:solidFill>
              </a:rPr>
              <a:t>交付前自动检查文件结构。</a:t>
            </a:r>
            <a:endParaRPr lang="zh-CN" sz="1800" b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FOOTER__s3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zh-CN" sz="900" b="0">
                <a:latin typeface="Noto Sans SC"/>
                <a:ea typeface="Noto Sans SC"/>
                <a:cs typeface="Noto Sans SC"/>
                <a:solidFill>
                  <a:srgbClr val="6B7280"/>
                </a:solidFill>
              </a:rPr>
              <a:t>纳米 Work｜内部演示｜03</a:t>
            </a:r>
            <a:endParaRPr lang="zh-CN" sz="900" b="0">
              <a:solidFill>
                <a:srgbClr val="6B7280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