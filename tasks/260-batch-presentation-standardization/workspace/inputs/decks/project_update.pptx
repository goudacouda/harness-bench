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5"/>
    <p:sldId id="257" r:id="rId6"/>
    <p:sldId id="258" r:id="rId7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1"/>
          <p:cNvSpPr/>
          <p:nvPr/>
        </p:nvSpPr>
        <p:spPr>
          <a:xfrm>
            <a:off x="0" y="0"/>
            <a:ext cx="340000" cy="6858000"/>
          </a:xfrm>
          <a:prstGeom prst="rect">
            <a:avLst/>
          </a:prstGeom>
          <a:solidFill>
            <a:srgbClr val="70AD47"/>
          </a:solidFill>
        </p:spPr>
      </p:sp>
      <p:sp>
        <p:nvSpPr>
          <p:cNvPr id="3" name="TITLE__s1"/>
          <p:cNvSpPr/>
          <p:nvPr/>
        </p:nvSpPr>
        <p:spPr>
          <a:xfrm>
            <a:off x="470000" y="330000"/>
            <a:ext cx="7900000" cy="11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2600" b="0">
                <a:solidFill>
                  <a:srgbClr val="20603D"/>
                </a:solidFill>
                <a:latin typeface="Calibri"/>
                <a:ea typeface="Calibri"/>
                <a:cs typeface="Calibri"/>
              </a:rPr>
              <a:t>项目进展：环境构建进入验证阶段</a:t>
            </a:r>
            <a:endParaRPr lang="zh-CN" sz="2600"/>
          </a:p>
        </p:txBody>
      </p:sp>
      <p:sp>
        <p:nvSpPr>
          <p:cNvPr id="4" name="BODY__s1"/>
          <p:cNvSpPr/>
          <p:nvPr/>
        </p:nvSpPr>
        <p:spPr>
          <a:xfrm>
            <a:off x="650000" y="1670000"/>
            <a:ext cx="8100000" cy="3600000"/>
          </a:xfrm>
          <a:prstGeom prst="rect">
            <a:avLst/>
          </a:prstGeom>
          <a:noFill/>
        </p:spPr>
        <p:txBody>
          <a:bodyPr anchor="t"/>
          <a:lstStyle/>
          <a:p>
            <a:pPr algn="ctr"/>
            <a:r>
              <a:rPr lang="zh-CN" sz="1600" b="0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已完成任务规范、输入资产和自动验收设计。</a:t>
            </a:r>
            <a:endParaRPr lang="zh-CN" sz="1600"/>
          </a:p>
          <a:p>
            <a:pPr algn="ctr"/>
            <a:r>
              <a:rPr lang="zh-CN" sz="1600" b="0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当前材料为合成项目，不对应真实内部项目。</a:t>
            </a:r>
            <a:endParaRPr lang="zh-CN" sz="1600"/>
          </a:p>
        </p:txBody>
      </p:sp>
      <p:sp>
        <p:nvSpPr>
          <p:cNvPr id="5" name="FOOTER__s1"/>
          <p:cNvSpPr/>
          <p:nvPr/>
        </p:nvSpPr>
        <p:spPr>
          <a:xfrm>
            <a:off x="500000" y="6100000"/>
            <a:ext cx="7600000" cy="35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9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原始页脚-2-1</a:t>
            </a:r>
            <a:endParaRPr lang="zh-CN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2"/>
          <p:cNvSpPr/>
          <p:nvPr/>
        </p:nvSpPr>
        <p:spPr>
          <a:xfrm>
            <a:off x="0" y="0"/>
            <a:ext cx="340000" cy="6858000"/>
          </a:xfrm>
          <a:prstGeom prst="rect">
            <a:avLst/>
          </a:prstGeom>
          <a:solidFill>
            <a:srgbClr val="70AD47"/>
          </a:solidFill>
        </p:spPr>
      </p:sp>
      <p:sp>
        <p:nvSpPr>
          <p:cNvPr id="3" name="TITLE__s2"/>
          <p:cNvSpPr/>
          <p:nvPr/>
        </p:nvSpPr>
        <p:spPr>
          <a:xfrm>
            <a:off x="470000" y="330000"/>
            <a:ext cx="7900000" cy="11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2600" b="0">
                <a:solidFill>
                  <a:srgbClr val="20603D"/>
                </a:solidFill>
                <a:latin typeface="Calibri"/>
                <a:ea typeface="Calibri"/>
                <a:cs typeface="Calibri"/>
              </a:rPr>
              <a:t>本周完成事项</a:t>
            </a:r>
            <a:endParaRPr lang="zh-CN" sz="2600"/>
          </a:p>
        </p:txBody>
      </p:sp>
      <p:sp>
        <p:nvSpPr>
          <p:cNvPr id="4" name="BODY__s2"/>
          <p:cNvSpPr/>
          <p:nvPr/>
        </p:nvSpPr>
        <p:spPr>
          <a:xfrm>
            <a:off x="650000" y="1670000"/>
            <a:ext cx="8100000" cy="3600000"/>
          </a:xfrm>
          <a:prstGeom prst="rect">
            <a:avLst/>
          </a:prstGeom>
          <a:noFill/>
        </p:spPr>
        <p:txBody>
          <a:bodyPr anchor="t"/>
          <a:lstStyle/>
          <a:p>
            <a:pPr algn="ctr"/>
            <a:r>
              <a:rPr lang="zh-CN" sz="1600" b="0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完成固定初态。</a:t>
            </a:r>
            <a:endParaRPr lang="zh-CN" sz="1600"/>
          </a:p>
          <a:p>
            <a:pPr algn="ctr"/>
            <a:r>
              <a:rPr lang="zh-CN" sz="1600" b="0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补齐最小错误反例。</a:t>
            </a:r>
            <a:endParaRPr lang="zh-CN" sz="1600"/>
          </a:p>
          <a:p>
            <a:pPr algn="ctr"/>
            <a:r>
              <a:rPr lang="zh-CN" sz="1600" b="0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增加副作用保护检查。</a:t>
            </a:r>
            <a:endParaRPr lang="zh-CN" sz="1600"/>
          </a:p>
        </p:txBody>
      </p:sp>
      <p:sp>
        <p:nvSpPr>
          <p:cNvPr id="5" name="FOOTER__s2"/>
          <p:cNvSpPr/>
          <p:nvPr/>
        </p:nvSpPr>
        <p:spPr>
          <a:xfrm>
            <a:off x="500000" y="6100000"/>
            <a:ext cx="7600000" cy="35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9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原始页脚-2-2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3"/>
          <p:cNvSpPr/>
          <p:nvPr/>
        </p:nvSpPr>
        <p:spPr>
          <a:xfrm>
            <a:off x="0" y="0"/>
            <a:ext cx="340000" cy="6858000"/>
          </a:xfrm>
          <a:prstGeom prst="rect">
            <a:avLst/>
          </a:prstGeom>
          <a:solidFill>
            <a:srgbClr val="70AD47"/>
          </a:solidFill>
        </p:spPr>
      </p:sp>
      <p:sp>
        <p:nvSpPr>
          <p:cNvPr id="3" name="TITLE__s3"/>
          <p:cNvSpPr/>
          <p:nvPr/>
        </p:nvSpPr>
        <p:spPr>
          <a:xfrm>
            <a:off x="470000" y="330000"/>
            <a:ext cx="7900000" cy="11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2600" b="0">
                <a:solidFill>
                  <a:srgbClr val="20603D"/>
                </a:solidFill>
                <a:latin typeface="Calibri"/>
                <a:ea typeface="Calibri"/>
                <a:cs typeface="Calibri"/>
              </a:rPr>
              <a:t>下周交付</a:t>
            </a:r>
            <a:endParaRPr lang="zh-CN" sz="2600"/>
          </a:p>
        </p:txBody>
      </p:sp>
      <p:sp>
        <p:nvSpPr>
          <p:cNvPr id="4" name="BODY__s3"/>
          <p:cNvSpPr/>
          <p:nvPr/>
        </p:nvSpPr>
        <p:spPr>
          <a:xfrm>
            <a:off x="650000" y="1670000"/>
            <a:ext cx="8100000" cy="3600000"/>
          </a:xfrm>
          <a:prstGeom prst="rect">
            <a:avLst/>
          </a:prstGeom>
          <a:noFill/>
        </p:spPr>
        <p:txBody>
          <a:bodyPr anchor="t"/>
          <a:lstStyle/>
          <a:p>
            <a:pPr algn="ctr"/>
            <a:r>
              <a:rPr lang="zh-CN" sz="1600" b="0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运行教师模型小范围验证。</a:t>
            </a:r>
            <a:endParaRPr lang="zh-CN" sz="1600"/>
          </a:p>
          <a:p>
            <a:pPr algn="ctr"/>
            <a:r>
              <a:rPr lang="zh-CN" sz="1600" b="0">
                <a:solidFill>
                  <a:srgbClr val="1F4E78"/>
                </a:solidFill>
                <a:latin typeface="Microsoft YaHei"/>
                <a:ea typeface="Microsoft YaHei"/>
                <a:cs typeface="Microsoft YaHei"/>
              </a:rPr>
              <a:t>记录首次成功率、失败原因和资源消耗。</a:t>
            </a:r>
            <a:endParaRPr lang="zh-CN" sz="1600"/>
          </a:p>
        </p:txBody>
      </p:sp>
      <p:sp>
        <p:nvSpPr>
          <p:cNvPr id="5" name="FOOTER__s3"/>
          <p:cNvSpPr/>
          <p:nvPr/>
        </p:nvSpPr>
        <p:spPr>
          <a:xfrm>
            <a:off x="500000" y="6100000"/>
            <a:ext cx="7600000" cy="35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900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原始页脚-2-3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thetic">
  <a:themeElements>
    <a:clrScheme name="Synthetic">
      <a:dk1>
        <a:srgbClr val="000000"/>
      </a:dk1>
      <a:lt1>
        <a:srgbClr val="FFFFFF"/>
      </a:lt1>
      <a:dk2>
        <a:srgbClr val="17365D"/>
      </a:dk2>
      <a:lt2>
        <a:srgbClr val="F7F9FC"/>
      </a:lt2>
      <a:accent1>
        <a:srgbClr val="2F6BFF"/>
      </a:accent1>
      <a:accent2>
        <a:srgbClr val="70AD47"/>
      </a:accent2>
      <a:accent3>
        <a:srgbClr val="C55A11"/>
      </a:accent3>
      <a:accent4>
        <a:srgbClr val="7030A0"/>
      </a:accent4>
      <a:accent5>
        <a:srgbClr val="5B9BD5"/>
      </a:accent5>
      <a:accent6>
        <a:srgbClr val="ED7D31"/>
      </a:accent6>
      <a:hlink>
        <a:srgbClr val="0563C1"/>
      </a:hlink>
      <a:folHlink>
        <a:srgbClr val="954F72"/>
      </a:folHlink>
    </a:clrScheme>
    <a:fontScheme name="Synthetic">
      <a:majorFont>
        <a:latin typeface="Noto Sans SC"/>
        <a:ea typeface="Noto Sans SC"/>
        <a:cs typeface="Noto Sans SC"/>
      </a:majorFont>
      <a:minorFont>
        <a:latin typeface="Noto Sans SC"/>
        <a:ea typeface="Noto Sans SC"/>
        <a:cs typeface="Noto Sans SC"/>
      </a:minorFont>
    </a:fontScheme>
    <a:fmtScheme name="Synthetic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agent_sft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case_06 synthetic deck</dc:title>
  <dc:creator>agent_sft</dc:creator>
  <dcterms:created xsi:type="dcterms:W3CDTF">2026-07-20T00:00:00Z</dcterms:created>
  <dcterms:modified xsi:type="dcterms:W3CDTF">2026-07-20T00:00:00Z</dcterms:modified>
</cp:coreProperties>
</file>